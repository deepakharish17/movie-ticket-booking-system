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56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1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45068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12664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298933" y="6472402"/>
            <a:ext cx="2624328" cy="1380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just">
              <a:lnSpc>
                <a:spcPts val="2680"/>
              </a:lnSpc>
              <a:buNone/>
            </a:pPr>
            <a:r>
              <a:rPr lang="en-US" sz="2400" b="1" dirty="0" smtClean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Deepak Harish TM</a:t>
            </a:r>
          </a:p>
          <a:p>
            <a:pPr marL="0" indent="0" algn="l">
              <a:lnSpc>
                <a:spcPts val="2680"/>
              </a:lnSpc>
              <a:buNone/>
            </a:pPr>
            <a:r>
              <a:rPr lang="en-US" sz="2400" b="1" dirty="0" smtClean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Sachin 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1170432" y="5897880"/>
            <a:ext cx="262432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10"/>
              </a:lnSpc>
              <a:buNone/>
            </a:pPr>
            <a:endParaRPr lang="en-US" sz="1150" dirty="0"/>
          </a:p>
        </p:txBody>
      </p:sp>
      <p:sp>
        <p:nvSpPr>
          <p:cNvPr id="8" name="Text 2"/>
          <p:cNvSpPr/>
          <p:nvPr/>
        </p:nvSpPr>
        <p:spPr>
          <a:xfrm>
            <a:off x="685800" y="4251960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620"/>
              </a:lnSpc>
              <a:buNone/>
            </a:pPr>
            <a:r>
              <a:rPr lang="en-US" sz="5290" b="1" dirty="0" smtClean="0">
                <a:solidFill>
                  <a:srgbClr val="424357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Movie Ticket</a:t>
            </a:r>
            <a:r>
              <a:rPr lang="en-US" sz="5290" b="1" dirty="0" smtClean="0">
                <a:solidFill>
                  <a:srgbClr val="424357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5290" b="1" dirty="0">
                <a:solidFill>
                  <a:srgbClr val="424357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Booking System</a:t>
            </a:r>
            <a:endParaRPr lang="en-US" sz="5290" b="1" dirty="0">
              <a:latin typeface="Algerian" panose="04020705040A02060702" pitchFamily="8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59497" y="6168628"/>
            <a:ext cx="3469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1737360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620"/>
              </a:lnSpc>
              <a:buNone/>
            </a:pPr>
            <a:r>
              <a:rPr lang="en-US" sz="3000" b="1" dirty="0" smtClean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CONTENTS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96112" y="3008376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1. Project Objective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96112" y="3931920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3. Admin Functionalities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96112" y="4846320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5. Booking &amp; Seat Management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96112" y="5769864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7. Search &amp; Convenience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26096" y="3008376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2. Technologies &amp; Structure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626096" y="3931920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4. User Functionalities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626096" y="4846320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6. Snack Management &amp; Revenue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26096" y="5769864"/>
            <a:ext cx="6117336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8. Challenges &amp; Future Enhancements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01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Project</a:t>
            </a:r>
            <a:r>
              <a:rPr lang="en-US" sz="3840" dirty="0">
                <a:solidFill>
                  <a:srgbClr val="424357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Objective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2551176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Objective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3374136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Enable admins to manage theatres, screens, movies, and snacks.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85800" y="3840480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Allow users to book/cancel tickets and buy snacks.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85800" y="4306824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Track ticket and snack revenue.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85800" y="4764024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Provide search functionality for theatres and movies.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85800" y="5230368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Console-based interactive system.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02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Technologies &amp; Structure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98648"/>
            <a:ext cx="2642616" cy="16733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2898648"/>
            <a:ext cx="2642616" cy="167335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764024"/>
            <a:ext cx="2642616" cy="11887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764024"/>
            <a:ext cx="2642616" cy="11887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2898648"/>
            <a:ext cx="2642616" cy="167335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4764024"/>
            <a:ext cx="2642616" cy="118872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85800" y="2075688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Tech &amp; Project Structure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914400" y="3127248"/>
            <a:ext cx="218541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Language: Java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739896" y="3127248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Data Structures: ArrayList, 2D Arrays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914400" y="4992624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Encapsulation, OOP concepts, modular design.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739896" y="4992624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Scanner-based console input/output.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6565392" y="3127248"/>
            <a:ext cx="218541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Classes: MovieBooking, Screen, Theatre, Snack, User, MultiTheatreBookingSystem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565392" y="4992624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Dynamic management of seats and snacks.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03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Admin Functionalities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03320"/>
            <a:ext cx="2642616" cy="74980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45152"/>
            <a:ext cx="4050792" cy="5029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703320"/>
            <a:ext cx="2642616" cy="74980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4645152"/>
            <a:ext cx="4050792" cy="5029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3703320"/>
            <a:ext cx="2642616" cy="74980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03320"/>
            <a:ext cx="128016" cy="74980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645152"/>
            <a:ext cx="128016" cy="50292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1296" y="3703320"/>
            <a:ext cx="128016" cy="74980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8616" y="4645152"/>
            <a:ext cx="128016" cy="50292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703320"/>
            <a:ext cx="128016" cy="749808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85800" y="2880360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Admin Features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978408" y="3831336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Add/Delete theatres, screens, and movies.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978408" y="4773168"/>
            <a:ext cx="3538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Search theatres or movies.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3813048" y="3831336"/>
            <a:ext cx="21214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Add/Delete snacks.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221224" y="4773168"/>
            <a:ext cx="3538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Easy management via console menu.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638544" y="3831336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View total revenue (movies + snacks).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04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User Functionalities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4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4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136" y="3588788"/>
            <a:ext cx="2642616" cy="9875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0136" y="4768364"/>
            <a:ext cx="4050792" cy="5029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588788"/>
            <a:ext cx="2642616" cy="9875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2952" y="4768364"/>
            <a:ext cx="4050792" cy="5029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272" y="3588788"/>
            <a:ext cx="2642616" cy="987552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660136" y="2765828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8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User Features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"/>
          <p:cNvSpPr/>
          <p:nvPr/>
        </p:nvSpPr>
        <p:spPr>
          <a:xfrm>
            <a:off x="5888736" y="3716804"/>
            <a:ext cx="218541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Register/Login.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888736" y="4896380"/>
            <a:ext cx="36027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Buy snacks (small, medium, large).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714232" y="3716804"/>
            <a:ext cx="2185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View theatres, screens, and movies.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4"/>
          <p:cNvSpPr/>
          <p:nvPr/>
        </p:nvSpPr>
        <p:spPr>
          <a:xfrm>
            <a:off x="10131552" y="4896380"/>
            <a:ext cx="3602736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Search movies/theatres for booking.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1539728" y="3716804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Book and cancel tickets with seat selection.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05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Booking &amp; Seat Management</a:t>
            </a:r>
            <a:endParaRPr lang="en-US" sz="3840" dirty="0"/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61" y="6897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0136" y="2551176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8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Ticket Booking Flow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660136" y="3374136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User selects theatre and screen.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660136" y="3840480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Movie seat layout displayed (booked seats marked [X]).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60136" y="4306824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Users choose seats; invalid/occupied seats handled.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660136" y="4764024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Tickets stored in user profile.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660136" y="5230368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Total cost displayed, revenue updated.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06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Snack Management &amp; Revenue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703320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Snacks &amp; Revenue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453542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Users select snacks and size; price added to total.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85800" y="5001768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Snack revenue tracked separately.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85800" y="5458968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Admin can add/delete snacks.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85800" y="5925312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Revenue = Movie revenue + Snack revenue.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Helps monitor theatre business performance.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07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Search &amp; Convenience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0136" y="2551176"/>
            <a:ext cx="8293608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2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Search Functionality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660136" y="3374136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Search by movie or theatre name.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660136" y="3840480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Shows available screens and seats.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660136" y="4306824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Users can directly book from search results.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660136" y="4764024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Admins can search to add new movies.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660136" y="5230368"/>
            <a:ext cx="82936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Improves usability &amp; quick access.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1609344"/>
            <a:ext cx="284378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44768"/>
            <a:ext cx="13267944" cy="2743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4400" y="1709928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7" name="Text 1"/>
          <p:cNvSpPr/>
          <p:nvPr/>
        </p:nvSpPr>
        <p:spPr>
          <a:xfrm>
            <a:off x="914400" y="2130552"/>
            <a:ext cx="2450592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dirty="0">
                <a:solidFill>
                  <a:srgbClr val="EEEFF1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08</a:t>
            </a:r>
            <a:endParaRPr lang="en-US" sz="5290" dirty="0"/>
          </a:p>
        </p:txBody>
      </p:sp>
      <p:sp>
        <p:nvSpPr>
          <p:cNvPr id="8" name="Text 2"/>
          <p:cNvSpPr/>
          <p:nvPr/>
        </p:nvSpPr>
        <p:spPr>
          <a:xfrm>
            <a:off x="914400" y="3145536"/>
            <a:ext cx="2450592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9" name="Text 3"/>
          <p:cNvSpPr/>
          <p:nvPr/>
        </p:nvSpPr>
        <p:spPr>
          <a:xfrm>
            <a:off x="685800" y="39319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0" name="Text 4"/>
          <p:cNvSpPr/>
          <p:nvPr/>
        </p:nvSpPr>
        <p:spPr>
          <a:xfrm>
            <a:off x="685800" y="4389120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1" name="Text 5"/>
          <p:cNvSpPr/>
          <p:nvPr/>
        </p:nvSpPr>
        <p:spPr>
          <a:xfrm>
            <a:off x="4160520" y="1600200"/>
            <a:ext cx="978408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2" name="Text 6"/>
          <p:cNvSpPr/>
          <p:nvPr/>
        </p:nvSpPr>
        <p:spPr>
          <a:xfrm>
            <a:off x="685800" y="4855464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endParaRPr lang="en-US" sz="1530" dirty="0"/>
          </a:p>
        </p:txBody>
      </p:sp>
      <p:sp>
        <p:nvSpPr>
          <p:cNvPr id="13" name="Text 7"/>
          <p:cNvSpPr/>
          <p:nvPr/>
        </p:nvSpPr>
        <p:spPr>
          <a:xfrm>
            <a:off x="685800" y="5321808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4800"/>
              </a:lnSpc>
              <a:buNone/>
            </a:pPr>
            <a:r>
              <a:rPr lang="en-US" sz="3840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Challenges &amp; Future Enhancements</a:t>
            </a:r>
            <a:endParaRPr lang="en-US" sz="38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85800" y="6391656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30" dirty="0">
                <a:solidFill>
                  <a:srgbClr val="42465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53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225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169664"/>
            <a:ext cx="13267944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2800" b="1" dirty="0">
                <a:solidFill>
                  <a:srgbClr val="424357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Challenges &amp; Future Scope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85800" y="5001768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Challenges: Managing dynamic bookings, multiple theatres, revenue tracking.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685800" y="5458968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Learning: OOP, data structures, console interaction, modular design.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85800" y="5925312"/>
            <a:ext cx="13267944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400" dirty="0">
                <a:solidFill>
                  <a:srgbClr val="424650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Future Enhancements: GUI version (JavaFX/Swing), online payments, notifications, database integration.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3593592"/>
            <a:ext cx="13267944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6620"/>
              </a:lnSpc>
              <a:buNone/>
            </a:pPr>
            <a:r>
              <a:rPr lang="en-US" sz="5290" b="1" dirty="0">
                <a:solidFill>
                  <a:srgbClr val="424357"/>
                </a:solidFill>
                <a:latin typeface="Algerian" panose="04020705040A02060702" pitchFamily="82" charset="0"/>
                <a:ea typeface="思源黑体-思源黑体-Medium" pitchFamily="34" charset="-122"/>
                <a:cs typeface="思源黑体-思源黑体-Medium" pitchFamily="34" charset="-120"/>
              </a:rPr>
              <a:t>Thank You</a:t>
            </a:r>
            <a:endParaRPr lang="en-US" sz="5290" b="1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428</Words>
  <Application>Microsoft Office PowerPoint</Application>
  <PresentationFormat>Custom</PresentationFormat>
  <Paragraphs>104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Algerian</vt:lpstr>
      <vt:lpstr>Arial</vt:lpstr>
      <vt:lpstr>Calibri</vt:lpstr>
      <vt:lpstr>Times New Roman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Harish</cp:lastModifiedBy>
  <cp:revision>4</cp:revision>
  <dcterms:created xsi:type="dcterms:W3CDTF">2025-09-26T05:31:44Z</dcterms:created>
  <dcterms:modified xsi:type="dcterms:W3CDTF">2025-09-26T06:19:55Z</dcterms:modified>
</cp:coreProperties>
</file>